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76" r:id="rId9"/>
    <p:sldId id="277" r:id="rId10"/>
    <p:sldId id="278" r:id="rId11"/>
    <p:sldId id="262" r:id="rId12"/>
    <p:sldId id="271" r:id="rId13"/>
    <p:sldId id="272" r:id="rId14"/>
    <p:sldId id="269" r:id="rId15"/>
    <p:sldId id="275" r:id="rId16"/>
    <p:sldId id="263" r:id="rId17"/>
    <p:sldId id="264" r:id="rId18"/>
    <p:sldId id="265" r:id="rId19"/>
    <p:sldId id="266" r:id="rId20"/>
    <p:sldId id="267" r:id="rId21"/>
    <p:sldId id="268" r:id="rId22"/>
    <p:sldId id="273" r:id="rId23"/>
    <p:sldId id="274" r:id="rId2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DE12E6-66FE-4E2F-B368-D04F8C1BAA88}" v="18" dt="2025-07-22T22:48:34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>
        <p:scale>
          <a:sx n="10" d="100"/>
          <a:sy n="10" d="100"/>
        </p:scale>
        <p:origin x="3195" y="161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Carriel" userId="1edda3cd-0e6d-497b-83f2-44306f013350" providerId="ADAL" clId="{F8DE12E6-66FE-4E2F-B368-D04F8C1BAA88}"/>
    <pc:docChg chg="undo custSel addSld delSld modSld">
      <pc:chgData name="Felipe Carriel" userId="1edda3cd-0e6d-497b-83f2-44306f013350" providerId="ADAL" clId="{F8DE12E6-66FE-4E2F-B368-D04F8C1BAA88}" dt="2025-07-22T22:48:34.608" v="132" actId="14100"/>
      <pc:docMkLst>
        <pc:docMk/>
      </pc:docMkLst>
      <pc:sldChg chg="addSp delSp modSp mod">
        <pc:chgData name="Felipe Carriel" userId="1edda3cd-0e6d-497b-83f2-44306f013350" providerId="ADAL" clId="{F8DE12E6-66FE-4E2F-B368-D04F8C1BAA88}" dt="2025-07-22T04:12:50.845" v="126" actId="164"/>
        <pc:sldMkLst>
          <pc:docMk/>
          <pc:sldMk cId="1813336754" sldId="257"/>
        </pc:sldMkLst>
        <pc:grpChg chg="add del mod">
          <ac:chgData name="Felipe Carriel" userId="1edda3cd-0e6d-497b-83f2-44306f013350" providerId="ADAL" clId="{F8DE12E6-66FE-4E2F-B368-D04F8C1BAA88}" dt="2025-07-22T04:12:19.452" v="121" actId="165"/>
          <ac:grpSpMkLst>
            <pc:docMk/>
            <pc:sldMk cId="1813336754" sldId="257"/>
            <ac:grpSpMk id="4" creationId="{A86A1EF9-0868-822B-0F90-EB8C231CACDB}"/>
          </ac:grpSpMkLst>
        </pc:grpChg>
        <pc:grpChg chg="add mod">
          <ac:chgData name="Felipe Carriel" userId="1edda3cd-0e6d-497b-83f2-44306f013350" providerId="ADAL" clId="{F8DE12E6-66FE-4E2F-B368-D04F8C1BAA88}" dt="2025-07-22T04:12:50.845" v="126" actId="164"/>
          <ac:grpSpMkLst>
            <pc:docMk/>
            <pc:sldMk cId="1813336754" sldId="257"/>
            <ac:grpSpMk id="5" creationId="{EC94E43F-0070-63FC-267B-56767D2651D3}"/>
          </ac:grpSpMkLst>
        </pc:grpChg>
        <pc:picChg chg="add mod topLvl">
          <ac:chgData name="Felipe Carriel" userId="1edda3cd-0e6d-497b-83f2-44306f013350" providerId="ADAL" clId="{F8DE12E6-66FE-4E2F-B368-D04F8C1BAA88}" dt="2025-07-22T04:12:50.845" v="126" actId="164"/>
          <ac:picMkLst>
            <pc:docMk/>
            <pc:sldMk cId="1813336754" sldId="257"/>
            <ac:picMk id="1026" creationId="{186D086B-57D7-2254-74EF-730D86AB80D2}"/>
          </ac:picMkLst>
        </pc:picChg>
        <pc:picChg chg="add mod topLvl">
          <ac:chgData name="Felipe Carriel" userId="1edda3cd-0e6d-497b-83f2-44306f013350" providerId="ADAL" clId="{F8DE12E6-66FE-4E2F-B368-D04F8C1BAA88}" dt="2025-07-22T04:12:50.845" v="126" actId="164"/>
          <ac:picMkLst>
            <pc:docMk/>
            <pc:sldMk cId="1813336754" sldId="257"/>
            <ac:picMk id="1027" creationId="{8C84EFDE-62D4-9CCE-0EEF-321239C7EFF2}"/>
          </ac:picMkLst>
        </pc:picChg>
        <pc:picChg chg="add mod topLvl">
          <ac:chgData name="Felipe Carriel" userId="1edda3cd-0e6d-497b-83f2-44306f013350" providerId="ADAL" clId="{F8DE12E6-66FE-4E2F-B368-D04F8C1BAA88}" dt="2025-07-22T04:12:50.845" v="126" actId="164"/>
          <ac:picMkLst>
            <pc:docMk/>
            <pc:sldMk cId="1813336754" sldId="257"/>
            <ac:picMk id="1028" creationId="{588A0DF8-BE96-3EB5-6BA4-2F1987C5D338}"/>
          </ac:picMkLst>
        </pc:picChg>
      </pc:sldChg>
      <pc:sldChg chg="addSp delSp modSp new mod">
        <pc:chgData name="Felipe Carriel" userId="1edda3cd-0e6d-497b-83f2-44306f013350" providerId="ADAL" clId="{F8DE12E6-66FE-4E2F-B368-D04F8C1BAA88}" dt="2025-07-17T14:47:25.605" v="24" actId="164"/>
        <pc:sldMkLst>
          <pc:docMk/>
          <pc:sldMk cId="4174896549" sldId="258"/>
        </pc:sldMkLst>
        <pc:grpChg chg="add mod">
          <ac:chgData name="Felipe Carriel" userId="1edda3cd-0e6d-497b-83f2-44306f013350" providerId="ADAL" clId="{F8DE12E6-66FE-4E2F-B368-D04F8C1BAA88}" dt="2025-07-17T14:47:25.605" v="24" actId="164"/>
          <ac:grpSpMkLst>
            <pc:docMk/>
            <pc:sldMk cId="4174896549" sldId="258"/>
            <ac:grpSpMk id="4" creationId="{03FC74D0-CA61-1C19-1850-195B6FA7179D}"/>
          </ac:grpSpMkLst>
        </pc:grpChg>
        <pc:picChg chg="add mod">
          <ac:chgData name="Felipe Carriel" userId="1edda3cd-0e6d-497b-83f2-44306f013350" providerId="ADAL" clId="{F8DE12E6-66FE-4E2F-B368-D04F8C1BAA88}" dt="2025-07-17T14:47:25.605" v="24" actId="164"/>
          <ac:picMkLst>
            <pc:docMk/>
            <pc:sldMk cId="4174896549" sldId="258"/>
            <ac:picMk id="2050" creationId="{418C44FF-35C3-849E-5FEF-DC8638B83D3B}"/>
          </ac:picMkLst>
        </pc:picChg>
        <pc:picChg chg="add mod">
          <ac:chgData name="Felipe Carriel" userId="1edda3cd-0e6d-497b-83f2-44306f013350" providerId="ADAL" clId="{F8DE12E6-66FE-4E2F-B368-D04F8C1BAA88}" dt="2025-07-17T14:47:25.605" v="24" actId="164"/>
          <ac:picMkLst>
            <pc:docMk/>
            <pc:sldMk cId="4174896549" sldId="258"/>
            <ac:picMk id="2051" creationId="{DB7BB70A-A0C4-3F36-712E-F77DF686A4D4}"/>
          </ac:picMkLst>
        </pc:picChg>
        <pc:picChg chg="add mod">
          <ac:chgData name="Felipe Carriel" userId="1edda3cd-0e6d-497b-83f2-44306f013350" providerId="ADAL" clId="{F8DE12E6-66FE-4E2F-B368-D04F8C1BAA88}" dt="2025-07-17T14:47:25.605" v="24" actId="164"/>
          <ac:picMkLst>
            <pc:docMk/>
            <pc:sldMk cId="4174896549" sldId="258"/>
            <ac:picMk id="2052" creationId="{9823F885-9FDD-329B-C79D-40420BCA4BFB}"/>
          </ac:picMkLst>
        </pc:picChg>
      </pc:sldChg>
      <pc:sldChg chg="addSp delSp modSp new mod">
        <pc:chgData name="Felipe Carriel" userId="1edda3cd-0e6d-497b-83f2-44306f013350" providerId="ADAL" clId="{F8DE12E6-66FE-4E2F-B368-D04F8C1BAA88}" dt="2025-07-19T02:38:33.128" v="56" actId="164"/>
        <pc:sldMkLst>
          <pc:docMk/>
          <pc:sldMk cId="3896805008" sldId="259"/>
        </pc:sldMkLst>
        <pc:grpChg chg="add mod">
          <ac:chgData name="Felipe Carriel" userId="1edda3cd-0e6d-497b-83f2-44306f013350" providerId="ADAL" clId="{F8DE12E6-66FE-4E2F-B368-D04F8C1BAA88}" dt="2025-07-19T02:38:33.128" v="56" actId="164"/>
          <ac:grpSpMkLst>
            <pc:docMk/>
            <pc:sldMk cId="3896805008" sldId="259"/>
            <ac:grpSpMk id="9" creationId="{71B8A659-0B7D-0C96-7281-22153A0B066B}"/>
          </ac:grpSpMkLst>
        </pc:grpChg>
        <pc:picChg chg="add mod">
          <ac:chgData name="Felipe Carriel" userId="1edda3cd-0e6d-497b-83f2-44306f013350" providerId="ADAL" clId="{F8DE12E6-66FE-4E2F-B368-D04F8C1BAA88}" dt="2025-07-19T02:38:33.128" v="56" actId="164"/>
          <ac:picMkLst>
            <pc:docMk/>
            <pc:sldMk cId="3896805008" sldId="259"/>
            <ac:picMk id="8" creationId="{F96A9E83-7716-4D4A-6AE2-D2B706C3BC6C}"/>
          </ac:picMkLst>
        </pc:picChg>
        <pc:picChg chg="add mod topLvl">
          <ac:chgData name="Felipe Carriel" userId="1edda3cd-0e6d-497b-83f2-44306f013350" providerId="ADAL" clId="{F8DE12E6-66FE-4E2F-B368-D04F8C1BAA88}" dt="2025-07-19T02:38:33.128" v="56" actId="164"/>
          <ac:picMkLst>
            <pc:docMk/>
            <pc:sldMk cId="3896805008" sldId="259"/>
            <ac:picMk id="3075" creationId="{85ACD5D6-BD4C-0F4F-1002-B0B91AA2B2A1}"/>
          </ac:picMkLst>
        </pc:picChg>
      </pc:sldChg>
      <pc:sldChg chg="addSp delSp modSp new mod">
        <pc:chgData name="Felipe Carriel" userId="1edda3cd-0e6d-497b-83f2-44306f013350" providerId="ADAL" clId="{F8DE12E6-66FE-4E2F-B368-D04F8C1BAA88}" dt="2025-07-19T02:45:41.649" v="60" actId="22"/>
        <pc:sldMkLst>
          <pc:docMk/>
          <pc:sldMk cId="1676155729" sldId="260"/>
        </pc:sldMkLst>
        <pc:picChg chg="add">
          <ac:chgData name="Felipe Carriel" userId="1edda3cd-0e6d-497b-83f2-44306f013350" providerId="ADAL" clId="{F8DE12E6-66FE-4E2F-B368-D04F8C1BAA88}" dt="2025-07-19T02:45:41.649" v="60" actId="22"/>
          <ac:picMkLst>
            <pc:docMk/>
            <pc:sldMk cId="1676155729" sldId="260"/>
            <ac:picMk id="7" creationId="{06ABC800-BEB2-1C68-17DF-9552CFC2DBAC}"/>
          </ac:picMkLst>
        </pc:picChg>
      </pc:sldChg>
      <pc:sldChg chg="addSp delSp modSp new add del mod">
        <pc:chgData name="Felipe Carriel" userId="1edda3cd-0e6d-497b-83f2-44306f013350" providerId="ADAL" clId="{F8DE12E6-66FE-4E2F-B368-D04F8C1BAA88}" dt="2025-07-22T01:59:05.082" v="106" actId="47"/>
        <pc:sldMkLst>
          <pc:docMk/>
          <pc:sldMk cId="45801589" sldId="261"/>
        </pc:sldMkLst>
        <pc:picChg chg="add">
          <ac:chgData name="Felipe Carriel" userId="1edda3cd-0e6d-497b-83f2-44306f013350" providerId="ADAL" clId="{F8DE12E6-66FE-4E2F-B368-D04F8C1BAA88}" dt="2025-07-19T02:41:19.706" v="58" actId="22"/>
          <ac:picMkLst>
            <pc:docMk/>
            <pc:sldMk cId="45801589" sldId="261"/>
            <ac:picMk id="7" creationId="{27FCF4E1-736F-27B5-34DA-E24E2344A825}"/>
          </ac:picMkLst>
        </pc:picChg>
      </pc:sldChg>
      <pc:sldChg chg="addSp delSp modSp new mod">
        <pc:chgData name="Felipe Carriel" userId="1edda3cd-0e6d-497b-83f2-44306f013350" providerId="ADAL" clId="{F8DE12E6-66FE-4E2F-B368-D04F8C1BAA88}" dt="2025-07-19T03:44:47.567" v="64" actId="732"/>
        <pc:sldMkLst>
          <pc:docMk/>
          <pc:sldMk cId="3522849487" sldId="262"/>
        </pc:sldMkLst>
        <pc:picChg chg="add mod modCrop">
          <ac:chgData name="Felipe Carriel" userId="1edda3cd-0e6d-497b-83f2-44306f013350" providerId="ADAL" clId="{F8DE12E6-66FE-4E2F-B368-D04F8C1BAA88}" dt="2025-07-19T03:44:47.567" v="64" actId="732"/>
          <ac:picMkLst>
            <pc:docMk/>
            <pc:sldMk cId="3522849487" sldId="262"/>
            <ac:picMk id="7" creationId="{97DD3D2D-328C-CB9D-CB75-A73C67CB66B5}"/>
          </ac:picMkLst>
        </pc:picChg>
      </pc:sldChg>
      <pc:sldChg chg="add">
        <pc:chgData name="Felipe Carriel" userId="1edda3cd-0e6d-497b-83f2-44306f013350" providerId="ADAL" clId="{F8DE12E6-66FE-4E2F-B368-D04F8C1BAA88}" dt="2025-07-19T01:43:57.566" v="51"/>
        <pc:sldMkLst>
          <pc:docMk/>
          <pc:sldMk cId="2883286298" sldId="263"/>
        </pc:sldMkLst>
      </pc:sldChg>
      <pc:sldChg chg="add">
        <pc:chgData name="Felipe Carriel" userId="1edda3cd-0e6d-497b-83f2-44306f013350" providerId="ADAL" clId="{F8DE12E6-66FE-4E2F-B368-D04F8C1BAA88}" dt="2025-07-19T01:43:57.566" v="51"/>
        <pc:sldMkLst>
          <pc:docMk/>
          <pc:sldMk cId="259497200" sldId="264"/>
        </pc:sldMkLst>
      </pc:sldChg>
      <pc:sldChg chg="add">
        <pc:chgData name="Felipe Carriel" userId="1edda3cd-0e6d-497b-83f2-44306f013350" providerId="ADAL" clId="{F8DE12E6-66FE-4E2F-B368-D04F8C1BAA88}" dt="2025-07-19T01:43:57.566" v="51"/>
        <pc:sldMkLst>
          <pc:docMk/>
          <pc:sldMk cId="4165736264" sldId="265"/>
        </pc:sldMkLst>
      </pc:sldChg>
      <pc:sldChg chg="add">
        <pc:chgData name="Felipe Carriel" userId="1edda3cd-0e6d-497b-83f2-44306f013350" providerId="ADAL" clId="{F8DE12E6-66FE-4E2F-B368-D04F8C1BAA88}" dt="2025-07-19T01:43:57.566" v="51"/>
        <pc:sldMkLst>
          <pc:docMk/>
          <pc:sldMk cId="3444782713" sldId="266"/>
        </pc:sldMkLst>
      </pc:sldChg>
      <pc:sldChg chg="add">
        <pc:chgData name="Felipe Carriel" userId="1edda3cd-0e6d-497b-83f2-44306f013350" providerId="ADAL" clId="{F8DE12E6-66FE-4E2F-B368-D04F8C1BAA88}" dt="2025-07-19T01:43:57.566" v="51"/>
        <pc:sldMkLst>
          <pc:docMk/>
          <pc:sldMk cId="287406515" sldId="267"/>
        </pc:sldMkLst>
      </pc:sldChg>
      <pc:sldChg chg="add">
        <pc:chgData name="Felipe Carriel" userId="1edda3cd-0e6d-497b-83f2-44306f013350" providerId="ADAL" clId="{F8DE12E6-66FE-4E2F-B368-D04F8C1BAA88}" dt="2025-07-19T01:43:57.566" v="51"/>
        <pc:sldMkLst>
          <pc:docMk/>
          <pc:sldMk cId="3299723203" sldId="268"/>
        </pc:sldMkLst>
      </pc:sldChg>
      <pc:sldChg chg="addSp modSp new mod">
        <pc:chgData name="Felipe Carriel" userId="1edda3cd-0e6d-497b-83f2-44306f013350" providerId="ADAL" clId="{F8DE12E6-66FE-4E2F-B368-D04F8C1BAA88}" dt="2025-07-19T03:47:05.399" v="68" actId="1076"/>
        <pc:sldMkLst>
          <pc:docMk/>
          <pc:sldMk cId="3317365065" sldId="269"/>
        </pc:sldMkLst>
        <pc:picChg chg="add mod modCrop">
          <ac:chgData name="Felipe Carriel" userId="1edda3cd-0e6d-497b-83f2-44306f013350" providerId="ADAL" clId="{F8DE12E6-66FE-4E2F-B368-D04F8C1BAA88}" dt="2025-07-19T03:47:05.399" v="68" actId="1076"/>
          <ac:picMkLst>
            <pc:docMk/>
            <pc:sldMk cId="3317365065" sldId="269"/>
            <ac:picMk id="5" creationId="{FD675BBE-FA01-56D3-D771-B762932BCAEF}"/>
          </ac:picMkLst>
        </pc:picChg>
      </pc:sldChg>
      <pc:sldChg chg="addSp modSp new del mod">
        <pc:chgData name="Felipe Carriel" userId="1edda3cd-0e6d-497b-83f2-44306f013350" providerId="ADAL" clId="{F8DE12E6-66FE-4E2F-B368-D04F8C1BAA88}" dt="2025-07-19T04:35:05.835" v="87" actId="47"/>
        <pc:sldMkLst>
          <pc:docMk/>
          <pc:sldMk cId="3826991450" sldId="270"/>
        </pc:sldMkLst>
      </pc:sldChg>
      <pc:sldChg chg="addSp modSp new mod">
        <pc:chgData name="Felipe Carriel" userId="1edda3cd-0e6d-497b-83f2-44306f013350" providerId="ADAL" clId="{F8DE12E6-66FE-4E2F-B368-D04F8C1BAA88}" dt="2025-07-19T04:30:47.777" v="80" actId="732"/>
        <pc:sldMkLst>
          <pc:docMk/>
          <pc:sldMk cId="486196717" sldId="271"/>
        </pc:sldMkLst>
        <pc:picChg chg="add mod modCrop">
          <ac:chgData name="Felipe Carriel" userId="1edda3cd-0e6d-497b-83f2-44306f013350" providerId="ADAL" clId="{F8DE12E6-66FE-4E2F-B368-D04F8C1BAA88}" dt="2025-07-19T04:30:47.777" v="80" actId="732"/>
          <ac:picMkLst>
            <pc:docMk/>
            <pc:sldMk cId="486196717" sldId="271"/>
            <ac:picMk id="5" creationId="{C9516258-EFA0-C1B7-9DF7-177DCF5B428A}"/>
          </ac:picMkLst>
        </pc:picChg>
      </pc:sldChg>
      <pc:sldChg chg="addSp modSp new mod">
        <pc:chgData name="Felipe Carriel" userId="1edda3cd-0e6d-497b-83f2-44306f013350" providerId="ADAL" clId="{F8DE12E6-66FE-4E2F-B368-D04F8C1BAA88}" dt="2025-07-19T04:34:59.652" v="86" actId="732"/>
        <pc:sldMkLst>
          <pc:docMk/>
          <pc:sldMk cId="2682982486" sldId="272"/>
        </pc:sldMkLst>
        <pc:picChg chg="add mod modCrop">
          <ac:chgData name="Felipe Carriel" userId="1edda3cd-0e6d-497b-83f2-44306f013350" providerId="ADAL" clId="{F8DE12E6-66FE-4E2F-B368-D04F8C1BAA88}" dt="2025-07-19T04:34:59.652" v="86" actId="732"/>
          <ac:picMkLst>
            <pc:docMk/>
            <pc:sldMk cId="2682982486" sldId="272"/>
            <ac:picMk id="5" creationId="{CFAF0304-2A7A-8D54-90F5-8C2D85F35C99}"/>
          </ac:picMkLst>
        </pc:picChg>
      </pc:sldChg>
      <pc:sldChg chg="addSp delSp modSp new mod">
        <pc:chgData name="Felipe Carriel" userId="1edda3cd-0e6d-497b-83f2-44306f013350" providerId="ADAL" clId="{F8DE12E6-66FE-4E2F-B368-D04F8C1BAA88}" dt="2025-07-21T01:27:25.034" v="95" actId="1076"/>
        <pc:sldMkLst>
          <pc:docMk/>
          <pc:sldMk cId="308696564" sldId="273"/>
        </pc:sldMkLst>
        <pc:spChg chg="add del">
          <ac:chgData name="Felipe Carriel" userId="1edda3cd-0e6d-497b-83f2-44306f013350" providerId="ADAL" clId="{F8DE12E6-66FE-4E2F-B368-D04F8C1BAA88}" dt="2025-07-21T01:27:13.423" v="90"/>
          <ac:spMkLst>
            <pc:docMk/>
            <pc:sldMk cId="308696564" sldId="273"/>
            <ac:spMk id="3" creationId="{4CBB8046-16E9-272B-4E91-CD73ED10C28F}"/>
          </ac:spMkLst>
        </pc:spChg>
        <pc:graphicFrameChg chg="add mod">
          <ac:chgData name="Felipe Carriel" userId="1edda3cd-0e6d-497b-83f2-44306f013350" providerId="ADAL" clId="{F8DE12E6-66FE-4E2F-B368-D04F8C1BAA88}" dt="2025-07-21T01:27:13.423" v="90"/>
          <ac:graphicFrameMkLst>
            <pc:docMk/>
            <pc:sldMk cId="308696564" sldId="273"/>
            <ac:graphicFrameMk id="4" creationId="{427BFE17-0AA6-F47C-18A4-D9BA4A53AFE9}"/>
          </ac:graphicFrameMkLst>
        </pc:graphicFrameChg>
        <pc:picChg chg="add mod">
          <ac:chgData name="Felipe Carriel" userId="1edda3cd-0e6d-497b-83f2-44306f013350" providerId="ADAL" clId="{F8DE12E6-66FE-4E2F-B368-D04F8C1BAA88}" dt="2025-07-21T01:27:25.034" v="95" actId="1076"/>
          <ac:picMkLst>
            <pc:docMk/>
            <pc:sldMk cId="308696564" sldId="273"/>
            <ac:picMk id="5" creationId="{9D233F74-2B04-E072-E978-2624677A3068}"/>
          </ac:picMkLst>
        </pc:picChg>
      </pc:sldChg>
      <pc:sldChg chg="addSp delSp modSp new mod">
        <pc:chgData name="Felipe Carriel" userId="1edda3cd-0e6d-497b-83f2-44306f013350" providerId="ADAL" clId="{F8DE12E6-66FE-4E2F-B368-D04F8C1BAA88}" dt="2025-07-21T03:55:57.390" v="98" actId="1076"/>
        <pc:sldMkLst>
          <pc:docMk/>
          <pc:sldMk cId="1110161739" sldId="274"/>
        </pc:sldMkLst>
        <pc:spChg chg="del">
          <ac:chgData name="Felipe Carriel" userId="1edda3cd-0e6d-497b-83f2-44306f013350" providerId="ADAL" clId="{F8DE12E6-66FE-4E2F-B368-D04F8C1BAA88}" dt="2025-07-21T01:56:00.177" v="97"/>
          <ac:spMkLst>
            <pc:docMk/>
            <pc:sldMk cId="1110161739" sldId="274"/>
            <ac:spMk id="3" creationId="{5AE498C8-A22C-CA65-B69A-D75BF419D7BD}"/>
          </ac:spMkLst>
        </pc:spChg>
        <pc:picChg chg="add mod">
          <ac:chgData name="Felipe Carriel" userId="1edda3cd-0e6d-497b-83f2-44306f013350" providerId="ADAL" clId="{F8DE12E6-66FE-4E2F-B368-D04F8C1BAA88}" dt="2025-07-21T03:55:57.390" v="98" actId="1076"/>
          <ac:picMkLst>
            <pc:docMk/>
            <pc:sldMk cId="1110161739" sldId="274"/>
            <ac:picMk id="4" creationId="{1D4C43AD-2B2A-18CF-236A-65E4FECD9153}"/>
          </ac:picMkLst>
        </pc:picChg>
      </pc:sldChg>
      <pc:sldChg chg="addSp modSp new mod">
        <pc:chgData name="Felipe Carriel" userId="1edda3cd-0e6d-497b-83f2-44306f013350" providerId="ADAL" clId="{F8DE12E6-66FE-4E2F-B368-D04F8C1BAA88}" dt="2025-07-21T15:09:15.731" v="102" actId="732"/>
        <pc:sldMkLst>
          <pc:docMk/>
          <pc:sldMk cId="729934679" sldId="275"/>
        </pc:sldMkLst>
        <pc:picChg chg="add mod modCrop">
          <ac:chgData name="Felipe Carriel" userId="1edda3cd-0e6d-497b-83f2-44306f013350" providerId="ADAL" clId="{F8DE12E6-66FE-4E2F-B368-D04F8C1BAA88}" dt="2025-07-21T15:09:15.731" v="102" actId="732"/>
          <ac:picMkLst>
            <pc:docMk/>
            <pc:sldMk cId="729934679" sldId="275"/>
            <ac:picMk id="5" creationId="{BFE16F4A-7C7C-27EE-F0B0-0D3D94F9353D}"/>
          </ac:picMkLst>
        </pc:picChg>
      </pc:sldChg>
      <pc:sldChg chg="addSp new mod">
        <pc:chgData name="Felipe Carriel" userId="1edda3cd-0e6d-497b-83f2-44306f013350" providerId="ADAL" clId="{F8DE12E6-66FE-4E2F-B368-D04F8C1BAA88}" dt="2025-07-21T21:33:51.401" v="104" actId="22"/>
        <pc:sldMkLst>
          <pc:docMk/>
          <pc:sldMk cId="2560428839" sldId="276"/>
        </pc:sldMkLst>
        <pc:picChg chg="add">
          <ac:chgData name="Felipe Carriel" userId="1edda3cd-0e6d-497b-83f2-44306f013350" providerId="ADAL" clId="{F8DE12E6-66FE-4E2F-B368-D04F8C1BAA88}" dt="2025-07-21T21:33:51.401" v="104" actId="22"/>
          <ac:picMkLst>
            <pc:docMk/>
            <pc:sldMk cId="2560428839" sldId="276"/>
            <ac:picMk id="5" creationId="{E9F086F0-9BE5-2E22-C17D-B72C5DFACD40}"/>
          </ac:picMkLst>
        </pc:picChg>
      </pc:sldChg>
      <pc:sldChg chg="addSp modSp new mod">
        <pc:chgData name="Felipe Carriel" userId="1edda3cd-0e6d-497b-83f2-44306f013350" providerId="ADAL" clId="{F8DE12E6-66FE-4E2F-B368-D04F8C1BAA88}" dt="2025-07-22T02:10:42.836" v="112" actId="14100"/>
        <pc:sldMkLst>
          <pc:docMk/>
          <pc:sldMk cId="1564157361" sldId="277"/>
        </pc:sldMkLst>
        <pc:picChg chg="add mod">
          <ac:chgData name="Felipe Carriel" userId="1edda3cd-0e6d-497b-83f2-44306f013350" providerId="ADAL" clId="{F8DE12E6-66FE-4E2F-B368-D04F8C1BAA88}" dt="2025-07-22T02:10:42.836" v="112" actId="14100"/>
          <ac:picMkLst>
            <pc:docMk/>
            <pc:sldMk cId="1564157361" sldId="277"/>
            <ac:picMk id="5" creationId="{77EB664A-BD37-3EAE-A6A8-7C1027C25079}"/>
          </ac:picMkLst>
        </pc:picChg>
      </pc:sldChg>
      <pc:sldChg chg="addSp new mod">
        <pc:chgData name="Felipe Carriel" userId="1edda3cd-0e6d-497b-83f2-44306f013350" providerId="ADAL" clId="{F8DE12E6-66FE-4E2F-B368-D04F8C1BAA88}" dt="2025-07-22T02:11:51.093" v="114" actId="22"/>
        <pc:sldMkLst>
          <pc:docMk/>
          <pc:sldMk cId="961881254" sldId="278"/>
        </pc:sldMkLst>
        <pc:picChg chg="add">
          <ac:chgData name="Felipe Carriel" userId="1edda3cd-0e6d-497b-83f2-44306f013350" providerId="ADAL" clId="{F8DE12E6-66FE-4E2F-B368-D04F8C1BAA88}" dt="2025-07-22T02:11:51.093" v="114" actId="22"/>
          <ac:picMkLst>
            <pc:docMk/>
            <pc:sldMk cId="961881254" sldId="278"/>
            <ac:picMk id="5" creationId="{41EEFE95-1B8A-D02B-ED3F-31CDB160A0C2}"/>
          </ac:picMkLst>
        </pc:picChg>
      </pc:sldChg>
      <pc:sldChg chg="addSp modSp new">
        <pc:chgData name="Felipe Carriel" userId="1edda3cd-0e6d-497b-83f2-44306f013350" providerId="ADAL" clId="{F8DE12E6-66FE-4E2F-B368-D04F8C1BAA88}" dt="2025-07-22T22:48:34.608" v="132" actId="14100"/>
        <pc:sldMkLst>
          <pc:docMk/>
          <pc:sldMk cId="1914185779" sldId="279"/>
        </pc:sldMkLst>
        <pc:spChg chg="mod">
          <ac:chgData name="Felipe Carriel" userId="1edda3cd-0e6d-497b-83f2-44306f013350" providerId="ADAL" clId="{F8DE12E6-66FE-4E2F-B368-D04F8C1BAA88}" dt="2025-07-22T22:48:34.608" v="132" actId="14100"/>
          <ac:spMkLst>
            <pc:docMk/>
            <pc:sldMk cId="1914185779" sldId="279"/>
            <ac:spMk id="2" creationId="{98D391C6-8C5D-6978-922B-C922936D05C6}"/>
          </ac:spMkLst>
        </pc:spChg>
        <pc:spChg chg="mod">
          <ac:chgData name="Felipe Carriel" userId="1edda3cd-0e6d-497b-83f2-44306f013350" providerId="ADAL" clId="{F8DE12E6-66FE-4E2F-B368-D04F8C1BAA88}" dt="2025-07-22T22:48:34.608" v="132" actId="14100"/>
          <ac:spMkLst>
            <pc:docMk/>
            <pc:sldMk cId="1914185779" sldId="279"/>
            <ac:spMk id="3" creationId="{063583BA-771A-7435-D1B4-3128E78A40FC}"/>
          </ac:spMkLst>
        </pc:spChg>
        <pc:spChg chg="add mod">
          <ac:chgData name="Felipe Carriel" userId="1edda3cd-0e6d-497b-83f2-44306f013350" providerId="ADAL" clId="{F8DE12E6-66FE-4E2F-B368-D04F8C1BAA88}" dt="2025-07-22T22:48:34.608" v="132" actId="14100"/>
          <ac:spMkLst>
            <pc:docMk/>
            <pc:sldMk cId="1914185779" sldId="279"/>
            <ac:spMk id="4" creationId="{DAAE59CF-5477-3E44-F9CB-FCFF70C50801}"/>
          </ac:spMkLst>
        </pc:spChg>
        <pc:picChg chg="add mod">
          <ac:chgData name="Felipe Carriel" userId="1edda3cd-0e6d-497b-83f2-44306f013350" providerId="ADAL" clId="{F8DE12E6-66FE-4E2F-B368-D04F8C1BAA88}" dt="2025-07-22T22:48:34.608" v="132" actId="14100"/>
          <ac:picMkLst>
            <pc:docMk/>
            <pc:sldMk cId="1914185779" sldId="279"/>
            <ac:picMk id="1026" creationId="{4DD20BF8-FC7D-27F2-56AC-E5484B42CEC5}"/>
          </ac:picMkLst>
        </pc:picChg>
        <pc:picChg chg="add">
          <ac:chgData name="Felipe Carriel" userId="1edda3cd-0e6d-497b-83f2-44306f013350" providerId="ADAL" clId="{F8DE12E6-66FE-4E2F-B368-D04F8C1BAA88}" dt="2025-07-22T22:48:18.495" v="128"/>
          <ac:picMkLst>
            <pc:docMk/>
            <pc:sldMk cId="1914185779" sldId="279"/>
            <ac:picMk id="1027" creationId="{4EFB18C2-48D2-BF50-EB57-67FDC3FC80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A5F7D-1AB7-7733-A007-BB000164E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F7FCB3-ECD3-59E2-7CA0-73F28EB1F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E32FA4-ABF9-3EFC-2CCF-58D318DB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1C1533-D3D2-CAE4-D482-8F89DC7E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E26350-9CEE-9B66-93D4-AF236D47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8245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BE3B5-C7D6-B890-9D9A-763AED84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199F4F-C8D7-4A02-8646-FBB64BA6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98FDC1-038D-07C6-B8D1-F5CB9A78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1C3D2C-3EC5-71FC-A4FA-2D8FEA09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7EA739-36CC-FB3C-2C4E-91E50C28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639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F34E9-6833-D19C-8506-2153DD577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770B9D-1A31-42AC-F63A-3BB80A6D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514211-ACCF-69FF-B730-D65470C43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32F408-4B42-66B4-A1D3-2B40AA26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7598F6-8342-CA67-1938-B7C327BF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998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C1307-DCEE-D41B-99BF-8B191603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D4288B-603F-CEBA-1AEF-BE6D652EA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703876-27A0-82B8-C19C-B865FF73E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28BFF2-42C9-FEDA-35D2-714612F88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5EFAEA-1072-0B8A-71B2-55FD7CB4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78601A-5D01-8810-4862-FDA711A0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400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29872-25A3-9823-2E93-83DED071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CC4569-6EF0-73BD-F1E9-6B4AACDEB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0A1D82-9210-9F06-3E2D-550325EC4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80427E-A9D3-C8D5-C1E6-ED7FFBBBD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8A063CD-AC35-DC13-D88B-0472AB2AE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82825A-5362-463C-2549-1D45680D0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00120C7-9DDF-1538-0B97-FD3B848E4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46CBEE-0E8E-56C6-E173-97E93917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48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2BBEB-93D9-C98D-63ED-F2258628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C71992-71E1-1293-A07A-8B6EDD7D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AD12792-C03C-03C0-855F-E15E65BE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6F4DDD-ECAA-0479-786A-780DF98D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688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E327BA-6258-F087-6753-FF0E7B68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F95E8D-0B17-0A4D-EAB9-4AD9884C8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6F3465-3EBB-11D8-EA78-A20B9967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1659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1833-0A59-B00F-0C5F-C39804DB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23EBE5-E054-7A6F-B764-836777F49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8AB674-1EC6-2163-9F8C-CDAA38A73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C58603-82A8-737E-9E74-E2D52715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BF4371-7F91-90EE-876C-2660D648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2CACC1-4150-E474-E462-521B4E27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160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2DC6B-3440-5AD9-3507-78DFFF322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1D85C5-F14A-F88D-9480-4427D07F2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B03D36-4526-F1FE-1C9B-BACDEB34B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87BD83-609D-C38E-EDFF-998D009B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B802D6-8857-536F-FB98-D34CC7B9C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F6169E-9C7F-0BB8-0D5B-38D1AF83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506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44341-FAA7-850C-CFE6-544463D37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D5D943-62E8-3CDF-C5FD-BE66726D3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B56D50-C80F-F168-DC92-79E41A8FF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CBE24A-A134-2F2A-6E03-4BBDEFD5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E07538-8F30-D649-0757-9C7CC106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310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43CA75-B299-647F-FE93-EBCFAF250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D8394E-3CD7-56EE-E4D3-2DA0EA3FA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C687D2-B75B-9328-2CE5-CA0E8CD1A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779B7E-B06C-EC79-62B9-578E2124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045C6-E380-6A86-9A3F-406334B3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444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BF1BB4-F603-7565-1B05-01C62881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62D551-F001-8BAB-C964-FC63AFB64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7586D9-9A7C-F914-0FE1-C424E97D1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AA7C1-6138-425C-AB39-94B155FDD4EC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240B5F-C79B-AAF8-603B-E96E0CCBE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E81851-C8C1-058A-FC23-9FA3F52FC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6CC87-1906-47EB-B084-A77681F78BD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282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5895B-D452-5F78-3A09-3B577BBA30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932810-824E-AFF6-A4F0-0C951B86FF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2154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391C6-8C5D-6978-922B-C922936D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583BA-771A-7435-D1B4-3128E78A4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4185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EC94E43F-0070-63FC-267B-56767D2651D3}"/>
              </a:ext>
            </a:extLst>
          </p:cNvPr>
          <p:cNvGrpSpPr/>
          <p:nvPr/>
        </p:nvGrpSpPr>
        <p:grpSpPr>
          <a:xfrm>
            <a:off x="508000" y="1522453"/>
            <a:ext cx="11148916" cy="3657600"/>
            <a:chOff x="508000" y="1522453"/>
            <a:chExt cx="11148916" cy="365760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86D086B-57D7-2254-74EF-730D86AB80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8841" y="1522453"/>
              <a:ext cx="3648075" cy="365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3">
              <a:extLst>
                <a:ext uri="{FF2B5EF4-FFF2-40B4-BE49-F238E27FC236}">
                  <a16:creationId xmlns:a16="http://schemas.microsoft.com/office/drawing/2014/main" id="{8C84EFDE-62D4-9CCE-0EEF-321239C7EF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000" y="1522453"/>
              <a:ext cx="3657600" cy="365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588A0DF8-BE96-3EB5-6BA4-2F1987C5D3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3183" y="1522453"/>
              <a:ext cx="3648075" cy="365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13336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03FC74D0-CA61-1C19-1850-195B6FA7179D}"/>
              </a:ext>
            </a:extLst>
          </p:cNvPr>
          <p:cNvGrpSpPr/>
          <p:nvPr/>
        </p:nvGrpSpPr>
        <p:grpSpPr>
          <a:xfrm>
            <a:off x="2225701" y="103897"/>
            <a:ext cx="7342843" cy="6452805"/>
            <a:chOff x="2225701" y="103897"/>
            <a:chExt cx="7342843" cy="6452805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418C44FF-35C3-849E-5FEF-DC8638B83D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3118" y="103897"/>
              <a:ext cx="7335426" cy="2150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1" name="Picture 3">
              <a:extLst>
                <a:ext uri="{FF2B5EF4-FFF2-40B4-BE49-F238E27FC236}">
                  <a16:creationId xmlns:a16="http://schemas.microsoft.com/office/drawing/2014/main" id="{DB7BB70A-A0C4-3F36-712E-F77DF686A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5701" y="2254832"/>
              <a:ext cx="7342843" cy="2150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9823F885-9FDD-329B-C79D-40420BCA4B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5701" y="4405767"/>
              <a:ext cx="7342843" cy="2150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7489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71B8A659-0B7D-0C96-7281-22153A0B066B}"/>
              </a:ext>
            </a:extLst>
          </p:cNvPr>
          <p:cNvGrpSpPr/>
          <p:nvPr/>
        </p:nvGrpSpPr>
        <p:grpSpPr>
          <a:xfrm>
            <a:off x="1428296" y="1051378"/>
            <a:ext cx="7675788" cy="4667250"/>
            <a:chOff x="1428296" y="1051378"/>
            <a:chExt cx="7675788" cy="4667250"/>
          </a:xfrm>
        </p:grpSpPr>
        <p:pic>
          <p:nvPicPr>
            <p:cNvPr id="3075" name="Picture 3">
              <a:extLst>
                <a:ext uri="{FF2B5EF4-FFF2-40B4-BE49-F238E27FC236}">
                  <a16:creationId xmlns:a16="http://schemas.microsoft.com/office/drawing/2014/main" id="{85ACD5D6-BD4C-0F4F-1002-B0B91AA2B2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77" t="31353" r="-1" b="18501"/>
            <a:stretch>
              <a:fillRect/>
            </a:stretch>
          </p:blipFill>
          <p:spPr bwMode="auto">
            <a:xfrm>
              <a:off x="7336063" y="1139372"/>
              <a:ext cx="1768021" cy="936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F96A9E83-7716-4D4A-6AE2-D2B706C3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8296" y="1051378"/>
              <a:ext cx="5619750" cy="4667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680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6ABC800-BEB2-1C68-17DF-9552CFC2D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5" y="1095375"/>
            <a:ext cx="3714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5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7FCF4E1-736F-27B5-34DA-E24E2344A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571625"/>
            <a:ext cx="752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4383C-9706-FDD9-51C2-875AB8AF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8B0774-287C-C058-3CBB-5110BBEC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F086F0-9BE5-2E22-C17D-B72C5DFAC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571625"/>
            <a:ext cx="7524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2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3D754-2CCF-7C3D-F03E-5EBF51BF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EB5EC4-B9E9-61AF-4AD3-9316270B4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EB664A-BD37-3EAE-A6A8-7C1027C25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5" y="1380974"/>
            <a:ext cx="11012629" cy="493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5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958E5-C266-43A5-8E69-D70DB2BBB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6197A-109C-5B0E-B096-FD055EE9B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EEFE95-1B8A-D02B-ED3F-31CDB160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429" y="0"/>
            <a:ext cx="3789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81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027BB-3CBB-B502-187D-EA271266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29B27C-75B1-D4C9-C8D0-DE95E0C2F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7DD3D2D-328C-CB9D-CB75-A73C67CB66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4"/>
          <a:stretch>
            <a:fillRect/>
          </a:stretch>
        </p:blipFill>
        <p:spPr>
          <a:xfrm>
            <a:off x="1805427" y="365124"/>
            <a:ext cx="8581145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4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7A432-9A82-6E48-D596-C1CF8896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938443-D7C7-6E76-79A2-280C8BC6B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516258-EFA0-C1B7-9DF7-177DCF5B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46" t="9931" r="4247" b="4550"/>
          <a:stretch>
            <a:fillRect/>
          </a:stretch>
        </p:blipFill>
        <p:spPr>
          <a:xfrm>
            <a:off x="2264229" y="681036"/>
            <a:ext cx="7757885" cy="586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96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A8E99-FE9F-20AE-8160-047C9D29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E080F7-47C8-3DE8-D240-D71474809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AF0304-2A7A-8D54-90F5-8C2D85F35C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8" t="8359" r="5140" b="4550"/>
          <a:stretch>
            <a:fillRect/>
          </a:stretch>
        </p:blipFill>
        <p:spPr>
          <a:xfrm>
            <a:off x="3055256" y="573314"/>
            <a:ext cx="6030687" cy="597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82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63B72-6349-7A01-C7B9-A2E07B6C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4A770C-97CC-FDFD-B731-DA21A2685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675BBE-FA01-56D3-D771-B762932BCA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84"/>
          <a:stretch>
            <a:fillRect/>
          </a:stretch>
        </p:blipFill>
        <p:spPr>
          <a:xfrm>
            <a:off x="1926936" y="304799"/>
            <a:ext cx="8236527" cy="637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65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DDD88-1E0D-3696-33CE-B0B8DC5E8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560752-7462-FD43-BF90-7671350FE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E16F4A-7C7C-27EE-F0B0-0D3D94F935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31" b="3916"/>
          <a:stretch>
            <a:fillRect/>
          </a:stretch>
        </p:blipFill>
        <p:spPr>
          <a:xfrm>
            <a:off x="1977736" y="681037"/>
            <a:ext cx="8236527" cy="590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34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E95B0-73E8-5E48-F373-4CBD30430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36C8A190-3AD4-2158-12A4-F70BC64671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50504" y="1690688"/>
          <a:ext cx="9803295" cy="4072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8426">
                  <a:extLst>
                    <a:ext uri="{9D8B030D-6E8A-4147-A177-3AD203B41FA5}">
                      <a16:colId xmlns:a16="http://schemas.microsoft.com/office/drawing/2014/main" val="1227896408"/>
                    </a:ext>
                  </a:extLst>
                </a:gridCol>
                <a:gridCol w="1799339">
                  <a:extLst>
                    <a:ext uri="{9D8B030D-6E8A-4147-A177-3AD203B41FA5}">
                      <a16:colId xmlns:a16="http://schemas.microsoft.com/office/drawing/2014/main" val="2003014415"/>
                    </a:ext>
                  </a:extLst>
                </a:gridCol>
                <a:gridCol w="1799339">
                  <a:extLst>
                    <a:ext uri="{9D8B030D-6E8A-4147-A177-3AD203B41FA5}">
                      <a16:colId xmlns:a16="http://schemas.microsoft.com/office/drawing/2014/main" val="3525584244"/>
                    </a:ext>
                  </a:extLst>
                </a:gridCol>
                <a:gridCol w="1468426">
                  <a:extLst>
                    <a:ext uri="{9D8B030D-6E8A-4147-A177-3AD203B41FA5}">
                      <a16:colId xmlns:a16="http://schemas.microsoft.com/office/drawing/2014/main" val="2868678061"/>
                    </a:ext>
                  </a:extLst>
                </a:gridCol>
                <a:gridCol w="1799339">
                  <a:extLst>
                    <a:ext uri="{9D8B030D-6E8A-4147-A177-3AD203B41FA5}">
                      <a16:colId xmlns:a16="http://schemas.microsoft.com/office/drawing/2014/main" val="2515183968"/>
                    </a:ext>
                  </a:extLst>
                </a:gridCol>
                <a:gridCol w="1468426">
                  <a:extLst>
                    <a:ext uri="{9D8B030D-6E8A-4147-A177-3AD203B41FA5}">
                      <a16:colId xmlns:a16="http://schemas.microsoft.com/office/drawing/2014/main" val="837268726"/>
                    </a:ext>
                  </a:extLst>
                </a:gridCol>
              </a:tblGrid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Semana 1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82079838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Ubicación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Susceptible_S1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Infectados_S1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Muertos_S1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Recuperados_S1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Removidos_S1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1372923569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Norilsk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200000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300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79033528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Kayerkan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80000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195372398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Dudinka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60000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20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515037357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789402920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174110015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Semana 2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73970654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Ubicación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Susceptible_S2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Infectados_S2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Muertos_S2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Recuperados_S2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 dirty="0">
                          <a:effectLst/>
                        </a:rPr>
                        <a:t>Removidos_S2</a:t>
                      </a:r>
                      <a:endParaRPr lang="es-C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3755701206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Norilsk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200000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1500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300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128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428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675738580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Kayerkan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80000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700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120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51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171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32262033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Dudinka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60000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1200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60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25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85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537693575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36771279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147933119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Semana 3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 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35169089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Ubicación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Susceptible_S3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Infectados_S3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Muertos_S3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Recuperados_S3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Removidos_S3</a:t>
                      </a:r>
                      <a:endParaRPr lang="es-CL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/>
                </a:tc>
                <a:extLst>
                  <a:ext uri="{0D108BD9-81ED-4DB2-BD59-A6C34878D82A}">
                    <a16:rowId xmlns:a16="http://schemas.microsoft.com/office/drawing/2014/main" val="2871116337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Norilsk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200000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5000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650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278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928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44895351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Kayerkan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80000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2300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 dirty="0">
                          <a:effectLst/>
                        </a:rPr>
                        <a:t>428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1428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465466151"/>
                  </a:ext>
                </a:extLst>
              </a:tr>
              <a:tr h="2143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Dudinka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60000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3000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900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385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u="none" strike="noStrike" dirty="0">
                          <a:effectLst/>
                        </a:rPr>
                        <a:t>1285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853672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286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20275-98D3-9098-2E28-DD4FB1ED8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9878BB1-64E9-EC4C-7AE3-893308EC0A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18655" y="2239804"/>
          <a:ext cx="6019800" cy="352298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409174613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46469279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600251707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49165457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546444772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633525341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 1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4084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Ubicación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Susceptible_S1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Infectados_S1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Muertos_S1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Recuperados_S1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Removidos_S1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101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Norilsk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54662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Kayerkan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9155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Dudinka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16855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20736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44235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 2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60251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Ubicación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Susceptible_S2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Infectados_S2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Muertos_S2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Recuperados_S2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Removidos_S2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11548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Norilsk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428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01939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Kayerkan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2927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Dudinka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49678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31888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16984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 3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1946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Ubicación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Susceptible_S3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Infectados_S3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Muertos_S3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Recuperados_S3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L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Removidos_S3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94303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Norilsk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278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37297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Kayerkan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428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1428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43362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Dudinka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1285</a:t>
                      </a:r>
                    </a:p>
                  </a:txBody>
                  <a:tcPr marL="5443" marR="5443" marT="544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905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72090-F1C2-0FFB-8618-53A998B9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565D11-0DFC-569A-F29B-D48BD33B0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AE4AC6-E391-AF4B-677E-73EDF287F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18" y="1609186"/>
            <a:ext cx="6035563" cy="363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36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498CF-D863-2B45-D767-0E758E41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16E8BC8-B02C-6245-4842-88E565AC51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s-CL" dirty="0"/>
                  <a:t>dS​=−</a:t>
                </a:r>
                <a:r>
                  <a:rPr lang="el-GR" dirty="0"/>
                  <a:t>β</a:t>
                </a:r>
                <a:r>
                  <a:rPr lang="es-CL" dirty="0"/>
                  <a:t>NSI</a:t>
                </a:r>
                <a:endParaRPr lang="es-CL" b="0" dirty="0">
                  <a:effectLst/>
                </a:endParaRPr>
              </a:p>
              <a:p>
                <a:r>
                  <a:rPr lang="es-CL" dirty="0"/>
                  <a:t>​</a:t>
                </a:r>
                <a:r>
                  <a:rPr lang="es-CL" dirty="0" err="1"/>
                  <a:t>dtdI</a:t>
                </a:r>
                <a:r>
                  <a:rPr lang="es-CL" dirty="0"/>
                  <a:t>​=</a:t>
                </a:r>
                <a:r>
                  <a:rPr lang="el-GR" dirty="0"/>
                  <a:t>β</a:t>
                </a:r>
                <a:r>
                  <a:rPr lang="es-CL" dirty="0"/>
                  <a:t>NSI​−</a:t>
                </a:r>
                <a:r>
                  <a:rPr lang="el-GR" dirty="0"/>
                  <a:t>γ</a:t>
                </a:r>
                <a:r>
                  <a:rPr lang="es-CL" dirty="0" err="1"/>
                  <a:t>Idt</a:t>
                </a:r>
                <a:endParaRPr lang="es-CL" b="0" dirty="0">
                  <a:effectLst/>
                </a:endParaRPr>
              </a:p>
              <a:p>
                <a:r>
                  <a:rPr lang="es-CL" dirty="0" err="1"/>
                  <a:t>dR</a:t>
                </a:r>
                <a:r>
                  <a:rPr lang="es-CL" dirty="0"/>
                  <a:t>​=</a:t>
                </a:r>
                <a:r>
                  <a:rPr lang="el-GR" dirty="0"/>
                  <a:t>γ</a:t>
                </a:r>
                <a:r>
                  <a:rPr lang="es-CL" dirty="0"/>
                  <a:t>I​</a:t>
                </a:r>
                <a:endParaRPr lang="es-CL" b="0" dirty="0">
                  <a:effectLst/>
                </a:endParaRPr>
              </a:p>
              <a:p>
                <a:br>
                  <a:rPr lang="es-CL" dirty="0"/>
                </a:br>
                <a:endParaRPr lang="es-CL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s-CL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𝑑𝑆</m:t>
                        </m:r>
                      </m:num>
                      <m:den>
                        <m:r>
                          <a:rPr lang="es-CL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s-CL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f>
                      <m:fPr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𝑆𝐼</m:t>
                        </m:r>
                      </m:num>
                      <m:den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s-CL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s-CL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f>
                      <m:fPr>
                        <m:ctrlPr>
                          <a:rPr lang="es-C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𝑆𝐼</m:t>
                        </m:r>
                      </m:num>
                      <m:den>
                        <m:r>
                          <a:rPr lang="es-C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s-CL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𝑑𝑅</m:t>
                        </m:r>
                      </m:num>
                      <m:den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s-C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16E8BC8-B02C-6245-4842-88E565AC51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782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317F7-966F-4252-E3BC-79BA19F0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C3CDACF-098D-07C6-C459-6F5ADBA83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6846" y="2970980"/>
            <a:ext cx="2798307" cy="2060627"/>
          </a:xfrm>
        </p:spPr>
      </p:pic>
    </p:spTree>
    <p:extLst>
      <p:ext uri="{BB962C8B-B14F-4D97-AF65-F5344CB8AC3E}">
        <p14:creationId xmlns:p14="http://schemas.microsoft.com/office/powerpoint/2010/main" val="287406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2A4B0-F80C-814B-AD20-FCD37AEC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A9EF4F9F-187B-1C90-AB07-2A5BDA1A3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3057" y="3119551"/>
            <a:ext cx="5725886" cy="176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23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508CC-C982-776C-914B-3FE909EE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BB8046-16E9-272B-4E91-CD73ED10C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233F74-2B04-E072-E978-2624677A3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2" y="792594"/>
            <a:ext cx="10646228" cy="466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6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59CBD-B654-7BEB-537D-00373816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D4C43AD-2B2A-18CF-236A-65E4FECD9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5029"/>
            <a:ext cx="10515600" cy="337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617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7478</TotalTime>
  <Words>283</Words>
  <Application>Microsoft Office PowerPoint</Application>
  <PresentationFormat>Panorámica</PresentationFormat>
  <Paragraphs>187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Carriel</dc:creator>
  <cp:lastModifiedBy>Felipe Carriel</cp:lastModifiedBy>
  <cp:revision>1</cp:revision>
  <dcterms:created xsi:type="dcterms:W3CDTF">2025-07-17T14:44:06Z</dcterms:created>
  <dcterms:modified xsi:type="dcterms:W3CDTF">2025-07-22T22:48:39Z</dcterms:modified>
</cp:coreProperties>
</file>